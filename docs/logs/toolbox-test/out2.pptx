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 dirty="0"/>
    </a:defPPr>
    <a:lvl1pPr marL="0" algn="l" defTabSz="457200" rtl="0" eaLnBrk="1" latinLnBrk="0" hangingPunct="1">
      <a:defRPr sz="1800" kern="1200">
        <a:solidFill>
          <a:schemeClr val="tx1"/>
        </a:solidFill>
        <a:latin typeface="Calibri"/>
        <a:ea typeface="等线"/>
        <a:cs typeface="Calibri"/>
      </a:defRPr>
    </a:lvl1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</p:spPr>
        <p:txBody>
          <a:bodyPr wrap="square" lIns="91440" tIns="45720" rIns="91440" bIns="45720" anchor="t"/>
          <a:lstStyle/>
          <a:p>
            <a:r>
              <a:rPr lang="zh-CN" altLang="en-US" sz="12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/>
            </a:r>
          </a:p>
        </p:txBody>
      </p:sp>
      <p:sp>
        <p:nvSpPr>
          <p:cNvPr id="4" name="页码占位符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/>
        <a:ea typeface="等线"/>
        <a:cs typeface="Calibri"/>
      </a:defRPr>
    </a:lvl1pPr>
  </p:notesStyle>
</p:notesMaster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3" sz="quarter"/>
          </p:nvPr>
        </p:nvSpPr>
        <p:spPr/>
        <p:txBody>
          <a:bodyPr wrap="square" lIns="91440" tIns="45720" rIns="91440" bIns="45720" anchor="t"/>
          <a:lstStyle/>
          <a:p>
            <a:r>
              <a:rPr lang="zh-CN" altLang="en-US" sz="12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备注：这一段讲环境约束。</a:t>
            </a:r>
          </a:p>
        </p:txBody>
      </p:sp>
      <p:sp>
        <p:nvSpPr>
          <p:cNvPr id="4" name="页码占位符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3" sz="quarter"/>
          </p:nvPr>
        </p:nvSpPr>
        <p:spPr/>
        <p:txBody>
          <a:bodyPr wrap="square" lIns="91440" tIns="45720" rIns="91440" bIns="45720" anchor="t"/>
          <a:lstStyle/>
          <a:p>
            <a:r>
              <a:rPr lang="zh-CN" altLang="en-US" sz="12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备注第二页</a:t>
            </a:r>
          </a:p>
          <a:p>
            <a:r>
              <a:rPr lang="zh-CN" altLang="en-US" sz="12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第二行</a:t>
            </a:r>
          </a:p>
        </p:txBody>
      </p:sp>
      <p:sp>
        <p:nvSpPr>
          <p:cNvPr id="4" name="页码占位符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8200" y="2130425"/>
            <a:ext cx="10515600" cy="1524000"/>
          </a:xfrm>
        </p:spPr>
        <p:txBody>
          <a:bodyPr wrap="square" anchor="ctr"/>
          <a:lstStyle/>
          <a:p>
            <a:endParaRPr 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95400" y="3810000"/>
            <a:ext cx="9601200" cy="1470025"/>
          </a:xfrm>
        </p:spPr>
        <p:txBody>
          <a:bodyPr wrap="square" anchor="t"/>
          <a:lstStyle/>
          <a:p>
            <a:endParaRPr 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10515600" cy="1143000"/>
          </a:xfrm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3" name="正文占位符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25963"/>
          </a:xfrm>
        </p:spPr>
        <p:txBody>
          <a:bodyPr wrap="square" lIns="91440" tIns="45720" rIns="91440" bIns="45720" anchor="t"/>
          <a:lstStyle/>
          <a:p>
            <a:pPr marL="342900" indent="-342900">
              <a:buFont typeface="Arial"/>
              <a:buChar char="•"/>
            </a:pPr>
            <a:endParaRPr 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10515600" cy="1143000"/>
          </a:xfrm>
        </p:spPr>
        <p:txBody>
          <a:bodyPr wrap="square" lIns="91440" tIns="45720" rIns="91440" bIns="45720" anchor="t"/>
          <a:lstStyle/>
          <a:p>
            <a:r>
              <a:rPr lang="zh-CN" altLang="en-US" sz="36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单击此处编辑母版标题样式</a:t>
            </a:r>
          </a:p>
        </p:txBody>
      </p:sp>
      <p:sp>
        <p:nvSpPr>
          <p:cNvPr id="3" name="正文占位符 2"/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10515600" cy="4525963"/>
          </a:xfrm>
        </p:spPr>
        <p:txBody>
          <a:bodyPr wrap="square" lIns="91440" tIns="45720" rIns="91440" bIns="45720" anchor="t"/>
          <a:lstStyle/>
          <a:p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单击此处编辑母版文本样式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defRPr sz="3600" kern="1200">
          <a:solidFill>
            <a:schemeClr val="tx1"/>
          </a:solidFill>
          <a:latin typeface="Calibri"/>
          <a:ea typeface="等线"/>
          <a:cs typeface="Calibri"/>
        </a:defRPr>
      </a:lvl1pPr>
    </p:titleStyle>
    <p:bodyStyle>
      <a:lvl1pPr marL="342900" indent="-342900" algn="l" defTabSz="914400" rtl="0" eaLnBrk="1" latinLnBrk="0" hangingPunct="1">
        <a:defRPr sz="1800" kern="1200">
          <a:solidFill>
            <a:schemeClr val="tx1"/>
          </a:solidFill>
          <a:latin typeface="Calibri"/>
          <a:ea typeface="等线"/>
          <a:cs typeface="Calibri"/>
        </a:defRPr>
      </a:lvl1pPr>
      <a:lvl2pPr marL="685800" indent="-342900" algn="l" defTabSz="914400" rtl="0" eaLnBrk="1" latinLnBrk="0" hangingPunct="1">
        <a:defRPr sz="1600" kern="1200">
          <a:solidFill>
            <a:schemeClr val="tx1"/>
          </a:solidFill>
          <a:latin typeface="Calibri"/>
          <a:ea typeface="等线"/>
          <a:cs typeface="Calibri"/>
        </a:defRPr>
      </a:lvl2pPr>
    </p:bodyStyle>
    <p:otherStyle>
      <a:defPPr>
        <a:defRPr lang="zh-CN" dirty="0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Calibri"/>
          <a:ea typeface="等线"/>
          <a:cs typeface="Calibri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 wrap="square" anchor="ctr"/>
          <a:lstStyle/>
          <a:p>
            <a:r>
              <a:rPr lang="zh-CN" altLang="en-US" sz="4000" b="1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Android 上的真 PPTX 生成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 wrap="square" anchor="t"/>
          <a:lstStyle/>
          <a:p>
            <a:r>
              <a:rPr lang="zh-CN" altLang="en-US" sz="20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纯 Node 内置模块 · 无 npm 依赖 · 离线可用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t"/>
          <a:lstStyle/>
          <a:p>
            <a:r>
              <a:rPr lang="zh-CN" altLang="en-US" sz="3200" b="1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为什么要自己写 ZIP</a:t>
            </a:r>
          </a:p>
        </p:txBody>
      </p:sp>
      <p:sp>
        <p:nvSpPr>
          <p:cNvPr id="3" name="正文占位符 2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marL="342900" indent="-342900">
              <a:buFont typeface="Arial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Android 没有 pandoc / python</a:t>
            </a:r>
          </a:p>
          <a:p>
            <a:pPr marL="342900" indent="-342900">
              <a:buFont typeface="Arial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装不了 npm 包</a:t>
            </a:r>
          </a:p>
          <a:p>
            <a:pPr marL="342900" indent="-342900">
              <a:buFont typeface="Arial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所以容器、CRC32、OOXML 全自己实现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t"/>
          <a:lstStyle/>
          <a:p>
            <a:r>
              <a:rPr lang="zh-CN" altLang="en-US" sz="3200" b="1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最小合法 OOXML 集合</a:t>
            </a:r>
          </a:p>
        </p:txBody>
      </p:sp>
      <p:sp>
        <p:nvSpPr>
          <p:cNvPr id="3" name="正文占位符 2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marL="342900" indent="-342900">
              <a:buFont typeface="Arial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[Content_Types].xml 必须在根</a:t>
            </a:r>
          </a:p>
          <a:p>
            <a:pPr marL="342900" indent="-342900">
              <a:buFont typeface="Arial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slideMaster + slideLayout 不能省</a:t>
            </a:r>
          </a:p>
          <a:p>
            <a:pPr marL="342900" indent="-342900">
              <a:buFont typeface="Arial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theme 的三个必需块与四个样式列表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t"/>
          <a:lstStyle/>
          <a:p>
            <a:r>
              <a:rPr lang="zh-CN" altLang="en-US" sz="3200" b="1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中文支持</a:t>
            </a:r>
          </a:p>
        </p:txBody>
      </p:sp>
      <p:sp>
        <p:nvSpPr>
          <p:cNvPr id="3" name="正文占位符 2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marL="342900" indent="-342900">
              <a:buFont typeface="Arial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一级要点：ea typeface = 等线</a:t>
            </a:r>
          </a:p>
          <a:p>
            <a:pPr marL="685800" indent="-342900">
              <a:buFont typeface="Arial"/>
              <a:buChar char="–"/>
            </a:pPr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二级要点：缩进 685800 EMU</a:t>
            </a:r>
          </a:p>
          <a:p>
            <a:pPr marL="342900" indent="-342900">
              <a:buFont typeface="Arial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带</a:t>
            </a:r>
            <a:br/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换行的要点</a:t>
            </a:r>
            <a:br/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也要正常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SH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等线"/>
        <a:cs typeface=""/>
        <a:font script="Hans" typeface="等线"/>
        <a:font script="Hant" typeface="新細明體"/>
        <a:font script="Jpan" typeface="ＭＳ Ｐゴシック"/>
        <a:font script="Hang" typeface="맑은 고딕"/>
      </a:majorFont>
      <a:minorFont>
        <a:latin typeface="Calibri"/>
        <a:ea typeface="等线"/>
        <a:cs typeface=""/>
        <a:font script="Hans" typeface="等线"/>
        <a:font script="Hant" typeface="新細明體"/>
        <a:font script="Jpan" typeface="ＭＳ Ｐゴシック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上的真 PPTX 生成</dc:title>
  <dc:subject/>
  <dc:creator>泡泡猫 DSH</dc:creator>
  <cp:keywords/>
  <dc:description>纯 Node 内置模块 · 无 npm 依赖 · 离线可用</dc:description>
  <cp:lastModifiedBy>泡泡猫 DSH</cp:lastModifiedBy>
  <cp:revision>1</cp:revision>
  <dcterms:created xsi:type="dcterms:W3CDTF">2026-10-04T03:19:34Z</dcterms:created>
  <dcterms:modified xsi:type="dcterms:W3CDTF">2026-10-04T03:19:34Z</dcterms:modified>
  <cp:category/>
  <cp:contentStatus/>
</cp:coreProperties>
</file>