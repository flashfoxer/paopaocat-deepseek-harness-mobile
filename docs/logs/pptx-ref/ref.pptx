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演讲者备注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小节标题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要点1</a:t>
            </a:r>
          </a:p>
          <a:p>
            <a:r>
              <a:t>要点2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